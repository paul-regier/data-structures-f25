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55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Unordered vs Ordered Lists (Linked Lists)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CSCI 3143 • Lab 5 –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 Node Model (Singly Linked)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holds: data + next reference</a:t>
            </a:r>
          </a:p>
          <a:p>
            <a:r>
              <a:t>List tracks head pointer; no random access (sequential traversal)</a:t>
            </a:r>
          </a:p>
          <a:p>
            <a:r>
              <a:t>Insert-at-head is O(1) — rewire two references regardless of length</a:t>
            </a:r>
          </a:p>
          <a:p>
            <a:r>
              <a:t>Memory-friendly for frequent inserts/deletes; worse for indexing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Unordered List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Items stored without value-based order (arbitrary linked order)</a:t>
            </a:r>
          </a:p>
          <a:p>
            <a:r>
              <a:t>Core ops: isEmpty, add, size, search, remove</a:t>
            </a:r>
          </a:p>
          <a:p>
            <a:r>
              <a:t>Use cases: dynamic sets where order doesn’t matter; frequent head inserts</a:t>
            </a:r>
          </a:p>
          <a:p>
            <a:r>
              <a:t>Trade-offs: indexing is O(n); tail ops are O(n) unless tail pointer maintained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Unordered List — Operations &amp; Complexity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Typical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isEmpty()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 if list has no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add(item)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item at the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size()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Number of elements (traverse)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search(item)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 whether item appears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remove(item)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Remove first occurrence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Ordered List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Maintains ascending order on every insert</a:t>
            </a:r>
          </a:p>
          <a:p>
            <a:r>
              <a:t>add(item) finds sorted position; search can short-circuit when current &gt; item</a:t>
            </a:r>
          </a:p>
          <a:p>
            <a:r>
              <a:t>Core ops: isEmpty, size, add, search, remove</a:t>
            </a:r>
          </a:p>
          <a:p>
            <a:r>
              <a:t>Trade-offs: faster membership checks early sometimes; inserts are O(n) in singly linked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Ordered List — Operations &amp; Complexity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302116"/>
              </p:ext>
            </p:extLst>
          </p:nvPr>
        </p:nvGraphicFramePr>
        <p:xfrm>
          <a:off x="516193" y="1790455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Typical (worst-case)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isEmpty()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 if list has no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size()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Number of elements (traverse)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add(item)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into its sorted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search(item)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Membership test with early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 (best-case O(1))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remove(item)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Remove first occurrence (may stop early)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Comparisons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 insert: Unordered O(1) vs. Ordered O(n) (must find position)</a:t>
            </a:r>
          </a:p>
          <a:p>
            <a:r>
              <a:t>Search: both O(n) worst-case; Ordered can short-circuit early</a:t>
            </a:r>
          </a:p>
          <a:p>
            <a:r>
              <a:t>Indexing: both O(n) (singly linked) — consider arrays if you need random access</a:t>
            </a:r>
          </a:p>
          <a:p>
            <a:r>
              <a:t>If you need fast membership + order statistics, consider trees/heaps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Extensions (Singly Linked, no tail)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append(item): O(n) — walk to tail (O(1) if you maintain a tail pointer)</a:t>
            </a:r>
          </a:p>
          <a:p>
            <a:r>
              <a:t>index(item): O(n) — linear scan for position</a:t>
            </a:r>
          </a:p>
          <a:p>
            <a:r>
              <a:t>insert(pos, item): O(n) — walk to position</a:t>
            </a:r>
          </a:p>
          <a:p>
            <a:r>
              <a:t>pop(), pop(pos): O(n) — tail/middle removal; pop(0) can be O(1)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Thoroughly test head/middle/tail cases; empty-list edge cases</a:t>
            </a:r>
          </a:p>
          <a:p>
            <a:r>
              <a:t>Always rewire next pointers in the correct order (avoid losing the rest of the list)</a:t>
            </a:r>
          </a:p>
          <a:p>
            <a:r>
              <a:t>For remove, ensure you update previous.next and head correctly</a:t>
            </a:r>
          </a:p>
          <a:p>
            <a:r>
              <a:t>Consider adding __iter__/to_list helpers for debugging and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Trace add/search/remove on small inputs; fill out complexity justifications</a:t>
            </a:r>
          </a:p>
          <a:p>
            <a:r>
              <a:t>Implement append/index/insert/pop and write assertions for each</a:t>
            </a:r>
          </a:p>
          <a:p>
            <a:r>
              <a:t>Build unique-first-occurrence filter (membership via linked list)</a:t>
            </a:r>
          </a:p>
          <a:p>
            <a:r>
              <a:t>Maintain top-k smallest using OrderedList (compare with heap approach)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596</Words>
  <Application>Microsoft Office PowerPoint</Application>
  <PresentationFormat>On-screen Show (4:3)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Unordered vs Ordered Lists (Linked Lists)</vt:lpstr>
      <vt:lpstr>Linked Node Model (Singly Linked)</vt:lpstr>
      <vt:lpstr>Unordered List — Overview</vt:lpstr>
      <vt:lpstr>Unordered List — Operations &amp; Complexity</vt:lpstr>
      <vt:lpstr>Ordered List — Overview</vt:lpstr>
      <vt:lpstr>Ordered List — Operations &amp; Complexity</vt:lpstr>
      <vt:lpstr>Comparisons &amp; Trade-offs</vt:lpstr>
      <vt:lpstr>Common Extensions (Singly Linked, no tail)</vt:lpstr>
      <vt:lpstr>Testing &amp; Gotchas</vt:lpstr>
      <vt:lpstr>Practice Prompts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Regier</dc:creator>
  <cp:keywords/>
  <dc:description>generated using python-pptx</dc:description>
  <cp:lastModifiedBy>Paul Regier</cp:lastModifiedBy>
  <cp:revision>2</cp:revision>
  <dcterms:created xsi:type="dcterms:W3CDTF">2013-01-27T09:14:16Z</dcterms:created>
  <dcterms:modified xsi:type="dcterms:W3CDTF">2025-10-07T13:49:46Z</dcterms:modified>
  <cp:category/>
</cp:coreProperties>
</file>