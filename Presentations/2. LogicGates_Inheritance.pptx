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70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6CFAF-8547-4727-898B-5FFA715746D7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1D611-E387-447C-B05A-6AB1F9894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1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Defines common interface get_output, but lets subclasses implement perform().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UnaryGate and BinaryGate specialize LogicGate based on input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specific gate implements perform().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Different gates share the same interface (get_output). Polymorphism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Inheritance with Logic Gates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Lab 2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Gates &amp;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We can model digital logic gates using class inheritance:</a:t>
            </a:r>
          </a:p>
          <a:p>
            <a:pPr marL="0" indent="0">
              <a:buNone/>
            </a:pPr>
            <a:r>
              <a:rPr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LogicGate</a:t>
            </a:r>
            <a:r>
              <a:rPr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(label) -&gt; calls perform()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├──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UnaryGate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(one input)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│   └──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NotGate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└──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BinaryGate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(two inputs)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├──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AndGate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└──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OrGate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Class: LogicGate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class LogicGate:</a:t>
            </a:r>
            <a:br/>
            <a:r>
              <a:t>    def __init__(self, label):</a:t>
            </a:r>
            <a:br/>
            <a:r>
              <a:t>        self.label = label</a:t>
            </a:r>
            <a:br/>
            <a:br/>
            <a:r>
              <a:t>    def get_output(self):</a:t>
            </a:r>
            <a:br/>
            <a:r>
              <a:t>        return self.perform()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Intermediate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class UnaryGate(LogicGate):</a:t>
            </a:r>
            <a:br/>
            <a:r>
              <a:t>    def __init__(self, label, a):</a:t>
            </a:r>
            <a:br/>
            <a:r>
              <a:t>        super().__init__(label)</a:t>
            </a:r>
            <a:br/>
            <a:r>
              <a:t>        self.a = int(bool(a))</a:t>
            </a:r>
            <a:br/>
            <a:br/>
            <a:r>
              <a:t>class BinaryGate(LogicGate):</a:t>
            </a:r>
            <a:br/>
            <a:r>
              <a:t>    def __init__(self, label, a, b):</a:t>
            </a:r>
            <a:br/>
            <a:r>
              <a:t>        super().__init__(label)</a:t>
            </a:r>
            <a:br/>
            <a:r>
              <a:t>        self.a = int(bool(a))</a:t>
            </a:r>
            <a:br/>
            <a:r>
              <a:t>        self.b = int(bool(b))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class NotGate(UnaryGate):</a:t>
            </a:r>
            <a:br/>
            <a:r>
              <a:t>    def perform(self):</a:t>
            </a:r>
            <a:br/>
            <a:r>
              <a:t>        return 1 if self.a == 0 else 0</a:t>
            </a:r>
            <a:br/>
            <a:br/>
            <a:r>
              <a:t>class AndGate(BinaryGate):</a:t>
            </a:r>
            <a:br/>
            <a:r>
              <a:t>    def perform(self):</a:t>
            </a:r>
            <a:br/>
            <a:r>
              <a:t>        return self.a &amp; self.b</a:t>
            </a:r>
            <a:br/>
            <a:br/>
            <a:r>
              <a:t>class OrGate(BinaryGate):</a:t>
            </a:r>
            <a:br/>
            <a:r>
              <a:t>    def perform(self):</a:t>
            </a:r>
            <a:br/>
            <a:r>
              <a:t>        return self.a | self.b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Hierarchy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Code reuse</a:t>
            </a:r>
            <a:r>
              <a:rPr dirty="0"/>
              <a:t>: input handling in </a:t>
            </a:r>
            <a:r>
              <a:rPr dirty="0" err="1"/>
              <a:t>UnaryGate</a:t>
            </a:r>
            <a:r>
              <a:rPr dirty="0"/>
              <a:t> / </a:t>
            </a:r>
            <a:r>
              <a:rPr dirty="0" err="1"/>
              <a:t>BinaryGate</a:t>
            </a:r>
            <a:endParaRPr dirty="0"/>
          </a:p>
          <a:p>
            <a:r>
              <a:rPr b="1" dirty="0"/>
              <a:t>Clarity</a:t>
            </a:r>
            <a:r>
              <a:rPr dirty="0"/>
              <a:t>: </a:t>
            </a:r>
            <a:r>
              <a:rPr dirty="0" err="1"/>
              <a:t>AndGate</a:t>
            </a:r>
            <a:r>
              <a:rPr dirty="0"/>
              <a:t> is-a </a:t>
            </a:r>
            <a:r>
              <a:rPr dirty="0" err="1"/>
              <a:t>BinaryGate</a:t>
            </a:r>
            <a:endParaRPr dirty="0"/>
          </a:p>
          <a:p>
            <a:r>
              <a:rPr b="1" dirty="0"/>
              <a:t>Extensibility</a:t>
            </a:r>
            <a:r>
              <a:rPr dirty="0"/>
              <a:t>: easy to add </a:t>
            </a:r>
            <a:r>
              <a:rPr dirty="0" err="1"/>
              <a:t>XorGate</a:t>
            </a:r>
            <a:r>
              <a:rPr dirty="0"/>
              <a:t>, </a:t>
            </a:r>
            <a:r>
              <a:rPr dirty="0" err="1"/>
              <a:t>NandGate</a:t>
            </a:r>
            <a:r>
              <a:rPr dirty="0"/>
              <a:t>, etc.</a:t>
            </a:r>
          </a:p>
          <a:p>
            <a:r>
              <a:rPr b="1" dirty="0"/>
              <a:t>Encapsulation</a:t>
            </a:r>
            <a:r>
              <a:rPr dirty="0"/>
              <a:t>: </a:t>
            </a:r>
            <a:r>
              <a:rPr dirty="0" err="1"/>
              <a:t>get_output</a:t>
            </a:r>
            <a:r>
              <a:rPr dirty="0"/>
              <a:t> always calls perform(), hiding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latin typeface="Courier New"/>
              </a:defRPr>
            </a:pPr>
            <a:r>
              <a:t>g1 = AndGate("G1", 1, 0)</a:t>
            </a:r>
            <a:br/>
            <a:r>
              <a:t>g2 = OrGate("G2", 1, 0)</a:t>
            </a:r>
            <a:br/>
            <a:r>
              <a:t>g3 = NotGate("G3", g2.get_output())</a:t>
            </a:r>
            <a:br/>
            <a:br/>
            <a:r>
              <a:t>print(g1.get_output())  # 0</a:t>
            </a:r>
            <a:br/>
            <a:r>
              <a:t>print(g2.get_output())  # 1</a:t>
            </a:r>
            <a:br/>
            <a:r>
              <a:t>print(g3.get_output())  #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415</Words>
  <Application>Microsoft Office PowerPoint</Application>
  <PresentationFormat>On-screen Show (4:3)</PresentationFormat>
  <Paragraphs>32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Office Theme</vt:lpstr>
      <vt:lpstr>Inheritance with Logic Gates</vt:lpstr>
      <vt:lpstr>Logic Gates &amp; Inheritance</vt:lpstr>
      <vt:lpstr>Base Class: LogicGate</vt:lpstr>
      <vt:lpstr>Intermediate Classes</vt:lpstr>
      <vt:lpstr>Specific Gates</vt:lpstr>
      <vt:lpstr>Why This Hierarchy Works</vt:lpstr>
      <vt:lpstr>Example in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Regier</dc:creator>
  <cp:keywords/>
  <dc:description>generated using python-pptx</dc:description>
  <cp:lastModifiedBy>Paul Regier</cp:lastModifiedBy>
  <cp:revision>2</cp:revision>
  <dcterms:created xsi:type="dcterms:W3CDTF">2013-01-27T09:14:16Z</dcterms:created>
  <dcterms:modified xsi:type="dcterms:W3CDTF">2025-09-03T23:03:30Z</dcterms:modified>
  <cp:category/>
</cp:coreProperties>
</file>